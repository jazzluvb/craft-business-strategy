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bubble3D val="0"/>
            <c:spPr>
              <a:solidFill>
                <a:srgbClr val="0077A8"/>
              </a:solidFill>
              <a:effectLst/>
            </c:spPr>
          </c:dPt>
          <c:dPt>
            <c:idx val="2"/>
            <c:bubble3D val="0"/>
            <c:spPr>
              <a:solidFill>
                <a:srgbClr val="90E0EF"/>
              </a:solidFill>
              <a:effectLst/>
            </c:spPr>
          </c:dPt>
          <c:dPt>
            <c:idx val="3"/>
            <c:bubble3D val="0"/>
            <c:spPr>
              <a:solidFill>
                <a:srgbClr val="CAF0F8"/>
              </a:solidFill>
              <a:effectLst/>
            </c:spPr>
          </c:dPt>
          <c:dPt>
            <c:idx val="4"/>
            <c:bubble3D val="0"/>
            <c:spPr>
              <a:solidFill>
                <a:srgbClr val="48CAE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D1B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D1B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D1B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D1B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D1B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Restaurantes y
cafeterías locales</c:v>
                </c:pt>
                <c:pt idx="1">
                  <c:v>Tiendas y
boutiques</c:v>
                </c:pt>
                <c:pt idx="2">
                  <c:v>Servicios
profesionales</c:v>
                </c:pt>
                <c:pt idx="3">
                  <c:v>Artesanos y
creadores</c:v>
                </c:pt>
                <c:pt idx="4">
                  <c:v>Otros
negocios locales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28</c:v>
                </c:pt>
                <c:pt idx="1">
                  <c:v>22</c:v>
                </c:pt>
                <c:pt idx="2">
                  <c:v>20</c:v>
                </c:pt>
                <c:pt idx="3">
                  <c:v>18</c:v>
                </c:pt>
                <c:pt idx="4">
                  <c:v>12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274320"/>
            <a:ext cx="2011680" cy="201168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6012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418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CREATIVE STUDIO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estratega creativo con IA.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+ Creatividad para pequeños negocios.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Concept Pitch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51760" cy="3200400"/>
          </a:xfrm>
          <a:prstGeom prst="rect">
            <a:avLst/>
          </a:prstGeom>
          <a:solidFill>
            <a:srgbClr val="EAF6F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463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7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de pymes no tiene estrategia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de contenido definida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651760" cy="3200400"/>
          </a:xfrm>
          <a:prstGeom prst="rect">
            <a:avLst/>
          </a:prstGeom>
          <a:solidFill>
            <a:srgbClr val="EAF6F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463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7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429000" y="2651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más caro contratar una agencia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vs. usar herramientas propias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651760" cy="3200400"/>
          </a:xfrm>
          <a:prstGeom prst="rect">
            <a:avLst/>
          </a:prstGeom>
          <a:solidFill>
            <a:srgbClr val="EAF6F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463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7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355080" y="2651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de campañas fallan por falta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de consistencia de marca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Los pequeños negocios tienen grandes necesidades creativas — pero sin presupuesto ni estrategia.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E0EF"/>
                </a:solidFill>
              </a:rPr>
              <a:t>Un AI que entiende tu negocio, analiza tus objetivos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0E0EF"/>
                </a:solidFill>
              </a:rPr>
              <a:t>y decide qué crear, cuándo y por qué.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3840480" cy="1920240"/>
          </a:xfrm>
          <a:prstGeom prst="rect">
            <a:avLst/>
          </a:prstGeom>
          <a:solidFill>
            <a:srgbClr val="1E3A4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063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Sin Craft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Crear sin estrategia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Assets inconsistentes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 saber qué funciona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Tiempo perdido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3017520"/>
            <a:ext cx="3840480" cy="1920240"/>
          </a:xfrm>
          <a:prstGeom prst="rect">
            <a:avLst/>
          </a:prstGeom>
          <a:solidFill>
            <a:srgbClr val="0A3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3063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Con Craft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347472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Estrategia basada en datos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Marca cohesiva siempre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Sugerencias inteligentes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Resultados medibles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Funciona?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57400" y="2148840"/>
            <a:ext cx="411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14300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28800"/>
            <a:ext cx="603504" cy="6035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560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Ingresa tu objetivo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31546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"Quiero más ventas este mes" 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"Lanzar nuevo producto"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51960" y="2148840"/>
            <a:ext cx="411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68880" y="123444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14300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546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1828800"/>
            <a:ext cx="603504" cy="6035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60320" y="2560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Craft analiza el contexto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560320" y="31546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Datos de tu negocio, tendencias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 tu industria y audiencia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446520" y="2148840"/>
            <a:ext cx="411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63440" y="123444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349240" y="114300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34924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828800"/>
            <a:ext cx="603504" cy="60350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54880" y="2560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Recibe tu plan creativo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754880" y="31546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Qué crear, en qué formato 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cuándo publicarlo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858000" y="123444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543800" y="114300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5438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1828800"/>
            <a:ext cx="603504" cy="60350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49440" y="2560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Genera y publica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949440" y="31546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Assets listos: copy, imágenes,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cronograma de campaña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Características Clave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97480" cy="1600200"/>
          </a:xfrm>
          <a:prstGeom prst="rect">
            <a:avLst/>
          </a:prstGeom>
          <a:solidFill>
            <a:srgbClr val="EAF6FB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1832" y="14904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Estratega AI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98424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Entiende tu objetivo de negocio y crea un plan de contenido completo, no solo assets aislados.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1234440"/>
            <a:ext cx="2697480" cy="1600200"/>
          </a:xfrm>
          <a:prstGeom prst="rect">
            <a:avLst/>
          </a:prstGeom>
          <a:solidFill>
            <a:srgbClr val="EAF6FB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5087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22192" y="14904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Datos en tiempo real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337560" y="198424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Analiza tendencias de tu industria, competencia y audiencia para sugerencias relevantes.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80760" y="1234440"/>
            <a:ext cx="2697480" cy="1600200"/>
          </a:xfrm>
          <a:prstGeom prst="rect">
            <a:avLst/>
          </a:prstGeom>
          <a:solidFill>
            <a:srgbClr val="EAF6FB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02552" y="14904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Consistencia de marca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17920" y="198424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Todos los assets generados mantienen tu identidad visual y tono de comunicación automáticamente.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20040" y="3063240"/>
            <a:ext cx="2697480" cy="1600200"/>
          </a:xfrm>
          <a:prstGeom prst="rect">
            <a:avLst/>
          </a:prstGeom>
          <a:solidFill>
            <a:srgbClr val="EAF6FB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375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1832" y="3319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Medición de impacto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381304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Rastrea qué campañas funcionaron y ajusta las siguientes sugerencias con base en resultados.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00400" y="3063240"/>
            <a:ext cx="2697480" cy="1600200"/>
          </a:xfrm>
          <a:prstGeom prst="rect">
            <a:avLst/>
          </a:prstGeom>
          <a:solidFill>
            <a:srgbClr val="EAF6FB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33756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22192" y="3319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Hecho para pymes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337560" y="381304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Diseñado para negocios sin equipo creativo — simple, rápido y sin curva de aprendizaje.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080760" y="3063240"/>
            <a:ext cx="2697480" cy="1600200"/>
          </a:xfrm>
          <a:prstGeom prst="rect">
            <a:avLst/>
          </a:prstGeom>
          <a:solidFill>
            <a:srgbClr val="EAF6FB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33756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02552" y="3319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Multi-canal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217920" y="381304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Genera contenido para redes sociales, email, WhatsApp Business y Google My Business desde un solo lugar.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Mercado Objetivo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47548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1280160"/>
            <a:ext cx="3383280" cy="1005840"/>
          </a:xfrm>
          <a:prstGeom prst="rect">
            <a:avLst/>
          </a:prstGeom>
          <a:solidFill>
            <a:srgbClr val="0A2535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40680" y="13258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40680" y="18105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</a:rPr>
              <a:t>pequeñas empresas en México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394960" y="2514600"/>
            <a:ext cx="3383280" cy="1005840"/>
          </a:xfrm>
          <a:prstGeom prst="rect">
            <a:avLst/>
          </a:prstGeom>
          <a:solidFill>
            <a:srgbClr val="0A2535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40680" y="25603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440680" y="30449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</a:rPr>
              <a:t>no tienen presencia digital activa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94960" y="3749040"/>
            <a:ext cx="3383280" cy="1005840"/>
          </a:xfrm>
          <a:prstGeom prst="rect">
            <a:avLst/>
          </a:prstGeom>
          <a:solidFill>
            <a:srgbClr val="0A2535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40680" y="37947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$2,400M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440680" y="42793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</a:rPr>
              <a:t>mercado potencial en LATAM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del Proyecto &amp; Delegación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286000" cy="3657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Tarea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1097280"/>
            <a:ext cx="2103120" cy="3657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Rol Humano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2103120" cy="3657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Rol AI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03720" y="1097280"/>
            <a:ext cx="2103120" cy="3657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Impacto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508760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508760"/>
            <a:ext cx="2139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Definir visión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y objetivos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15087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9192" y="1508760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Validar con usuarios reales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5087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508760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Investigar benchmarks del mercado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15087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76872" y="1508760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🔴 Alto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2286000" cy="777240"/>
          </a:xfrm>
          <a:prstGeom prst="rect">
            <a:avLst/>
          </a:prstGeom>
          <a:solidFill>
            <a:srgbClr val="EAF6FB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350008"/>
            <a:ext cx="2139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Diseño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experiencia (UX)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2350008"/>
            <a:ext cx="2103120" cy="777240"/>
          </a:xfrm>
          <a:prstGeom prst="rect">
            <a:avLst/>
          </a:prstGeom>
          <a:solidFill>
            <a:srgbClr val="EAF6FB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9192" y="2350008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Decisiones de flujo y empatía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50008"/>
            <a:ext cx="2103120" cy="777240"/>
          </a:xfrm>
          <a:prstGeom prst="rect">
            <a:avLst/>
          </a:prstGeom>
          <a:solidFill>
            <a:srgbClr val="EAF6FB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350008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Generar wireframes y prototipos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3720" y="2350008"/>
            <a:ext cx="2103120" cy="777240"/>
          </a:xfrm>
          <a:prstGeom prst="rect">
            <a:avLst/>
          </a:prstGeom>
          <a:solidFill>
            <a:srgbClr val="EAF6FB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76872" y="2350008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🔴 Alto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191256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191256"/>
            <a:ext cx="2139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Estrategia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contenido AI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06040" y="3191256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9192" y="3191256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Revisar y aprobar lógica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191256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191256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Modelar algoritmo de sugerencias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03720" y="3191256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76872" y="3191256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🟠 Medio-Alto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032504"/>
            <a:ext cx="2286000" cy="777240"/>
          </a:xfrm>
          <a:prstGeom prst="rect">
            <a:avLst/>
          </a:prstGeom>
          <a:solidFill>
            <a:srgbClr val="EAF6FB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032504"/>
            <a:ext cx="2139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Materiales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de pitch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06040" y="4032504"/>
            <a:ext cx="2103120" cy="777240"/>
          </a:xfrm>
          <a:prstGeom prst="rect">
            <a:avLst/>
          </a:prstGeom>
          <a:solidFill>
            <a:srgbClr val="EAF6FB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9192" y="4032504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Narrativa y storytelling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032504"/>
            <a:ext cx="2103120" cy="777240"/>
          </a:xfrm>
          <a:prstGeom prst="rect">
            <a:avLst/>
          </a:prstGeom>
          <a:solidFill>
            <a:srgbClr val="EAF6FB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4032504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Redacción, diseño y datos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03720" y="4032504"/>
            <a:ext cx="2103120" cy="777240"/>
          </a:xfrm>
          <a:prstGeom prst="rect">
            <a:avLst/>
          </a:prstGeom>
          <a:solidFill>
            <a:srgbClr val="EAF6FB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76872" y="4032504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🟠 Medio-Alto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0E0EF"/>
                </a:solidFill>
              </a:rPr>
              <a:t>El futuro del marketing para pequeños negocios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90E0EF"/>
                </a:solidFill>
              </a:rPr>
              <a:t>es inteligente, accesible y creativo.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0" y="3474720"/>
            <a:ext cx="2743200" cy="594360"/>
          </a:xfrm>
          <a:prstGeom prst="roundRect">
            <a:avLst>
              <a:gd name="adj" fmla="val 1846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3474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¡Construyamos juntos!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Concepto desarrollado con IA · Craft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Craft – AI Creative Studio</dc:title>
  <dc:subject>PptxGenJS Presentation</dc:subject>
  <dc:creator>PptxGenJS</dc:creator>
  <cp:lastModifiedBy>PptxGenJS</cp:lastModifiedBy>
  <cp:revision>1</cp:revision>
  <dcterms:created xsi:type="dcterms:W3CDTF">2026-05-20T19:25:06Z</dcterms:created>
  <dcterms:modified xsi:type="dcterms:W3CDTF">2026-05-20T19:25:06Z</dcterms:modified>
</cp:coreProperties>
</file>