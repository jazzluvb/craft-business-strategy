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274320"/>
            <a:ext cx="2011680" cy="2011680"/>
          </a:xfrm>
          <a:prstGeom prst="ellipse">
            <a:avLst/>
          </a:prstGeom>
          <a:solidFill>
            <a:srgbClr val="00B4D8">
              <a:alpha val="2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960120"/>
            <a:ext cx="2560320" cy="347472"/>
          </a:xfrm>
          <a:prstGeom prst="roundRect">
            <a:avLst>
              <a:gd name="adj" fmla="val 26316"/>
            </a:avLst>
          </a:prstGeom>
          <a:solidFill>
            <a:srgbClr val="00B4D8">
              <a:alpha val="8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94183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 CREATIVE STUDIO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</a:t>
            </a:r>
            <a:endParaRPr lang="en-US" sz="8000" dirty="0"/>
          </a:p>
        </p:txBody>
      </p:sp>
      <p:sp>
        <p:nvSpPr>
          <p:cNvPr id="8" name="Text 6"/>
          <p:cNvSpPr/>
          <p:nvPr/>
        </p:nvSpPr>
        <p:spPr>
          <a:xfrm>
            <a:off x="457200" y="301752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estratega creativo con IA.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+ Creatividad para pequeños negocios.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Concept Pitch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¿Para quién es Craft?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011680" cy="20116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Ana Martínez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0332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Dueña de cafetería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Guadalajara, Jalisco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834640" y="118872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7A8"/>
                </a:solidFill>
              </a:rPr>
              <a:t>Sus frustraciones hoy: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34640" y="1600200"/>
            <a:ext cx="5943600" cy="621792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71800" y="1636776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😩  Publica en Instagram solo cuando tiene tiempo — 2 veces al mes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34640" y="2350008"/>
            <a:ext cx="5943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386584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💸  No puede pagar un community manager (~$8,000 MXN/mes)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834640" y="3099816"/>
            <a:ext cx="5943600" cy="621792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3136392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🤷  No sabe qué tipo de contenido atrae más clientes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834640" y="3849624"/>
            <a:ext cx="59436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71800" y="3886200"/>
            <a:ext cx="5577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1B2A"/>
                </a:solidFill>
              </a:rPr>
              <a:t>⏰  Dedica 3 horas a crear un post que no genera resultados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4617720"/>
            <a:ext cx="5943600" cy="38404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4617720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✦  Su sueño: "Que alguien me diga exactamente qué publicar para llenar mi cafetería el fin de semana."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97480" cy="329184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697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502920" y="24688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de pymes en LATAM no tiene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estrategia digital definida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02920" y="4160520"/>
            <a:ext cx="2423160" cy="274320"/>
          </a:xfrm>
          <a:prstGeom prst="rect">
            <a:avLst/>
          </a:prstGeom>
          <a:solidFill>
            <a:srgbClr val="D0E8F0"/>
          </a:solidFill>
          <a:ln w="12700">
            <a:solidFill>
              <a:srgbClr val="B0D4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160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Fuente: INEGI / OCDE, 2024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1234440"/>
            <a:ext cx="2697480" cy="329184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234440"/>
            <a:ext cx="2697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3716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6–10x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383280" y="24688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más caro adquirir un cliente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sin marketing consistente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83280" y="4160520"/>
            <a:ext cx="2423160" cy="274320"/>
          </a:xfrm>
          <a:prstGeom prst="rect">
            <a:avLst/>
          </a:prstGeom>
          <a:solidFill>
            <a:srgbClr val="D0E8F0"/>
          </a:solidFill>
          <a:ln w="12700">
            <a:solidFill>
              <a:srgbClr val="B0D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83280" y="4160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Fuente: HubSpot State of Marketing, 2024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126480" y="1234440"/>
            <a:ext cx="2697480" cy="329184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34440"/>
            <a:ext cx="2697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0" y="137160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77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$3,200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6263640" y="2468880"/>
            <a:ext cx="2423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MXN/mes promedio que una pyme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0D1B2A"/>
                </a:solidFill>
              </a:rPr>
              <a:t>paga por contenido básico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160520"/>
            <a:ext cx="2423160" cy="274320"/>
          </a:xfrm>
          <a:prstGeom prst="rect">
            <a:avLst/>
          </a:prstGeom>
          <a:solidFill>
            <a:srgbClr val="D0E8F0"/>
          </a:solidFill>
          <a:ln w="12700">
            <a:solidFill>
              <a:srgbClr val="B0D4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416052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Fuente: Encuesta Freelancers MX, 2023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65760" y="466344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4748B"/>
                </a:solidFill>
              </a:rPr>
              <a:t>Ana pierde ~40 horas al año intentando hacer marketing sin resultado — tiempo que podría invertir en su negocio.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Diferenciador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otras herramientas crean.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 decide qué crear.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219456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28600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Herramienta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0" y="2286000"/>
            <a:ext cx="310896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22860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 que hacen hoy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35040" y="2286000"/>
            <a:ext cx="2926080" cy="347472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22860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 Craft (integrado)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670048"/>
            <a:ext cx="2194560" cy="594360"/>
          </a:xfrm>
          <a:prstGeom prst="rect">
            <a:avLst/>
          </a:prstGeom>
          <a:solidFill>
            <a:srgbClr val="0A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670048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Canva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43200" y="2670048"/>
            <a:ext cx="3108960" cy="594360"/>
          </a:xfrm>
          <a:prstGeom prst="rect">
            <a:avLst/>
          </a:prstGeom>
          <a:solidFill>
            <a:srgbClr val="0A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34640" y="2670048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9999"/>
                </a:solidFill>
              </a:rPr>
              <a:t>Diseña si tú le dices qué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670048"/>
            <a:ext cx="2926080" cy="594360"/>
          </a:xfrm>
          <a:prstGeom prst="rect">
            <a:avLst/>
          </a:prstGeom>
          <a:solidFill>
            <a:srgbClr val="0A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670048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</a:rPr>
              <a:t>Sabe qué diseñar según tu objetivo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328416"/>
            <a:ext cx="21945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328416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ChatGPT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743200" y="3328416"/>
            <a:ext cx="310896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34640" y="3328416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9999"/>
                </a:solidFill>
              </a:rPr>
              <a:t>Escribe si tú le dices qué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035040" y="3328416"/>
            <a:ext cx="29260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3328416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</a:rPr>
              <a:t>Genera copy alineado a tu campaña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986784"/>
            <a:ext cx="2194560" cy="594360"/>
          </a:xfrm>
          <a:prstGeom prst="rect">
            <a:avLst/>
          </a:prstGeom>
          <a:solidFill>
            <a:srgbClr val="0A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986784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Meta Ads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0" y="3986784"/>
            <a:ext cx="3108960" cy="594360"/>
          </a:xfrm>
          <a:prstGeom prst="rect">
            <a:avLst/>
          </a:prstGeom>
          <a:solidFill>
            <a:srgbClr val="0A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34640" y="3986784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9999"/>
                </a:solidFill>
              </a:rPr>
              <a:t>Publica si tú le dices a quién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35040" y="3986784"/>
            <a:ext cx="2926080" cy="594360"/>
          </a:xfrm>
          <a:prstGeom prst="rect">
            <a:avLst/>
          </a:prstGeom>
          <a:solidFill>
            <a:srgbClr val="0A2535"/>
          </a:solidFill>
          <a:ln w="12700">
            <a:solidFill>
              <a:srgbClr val="1E3A4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26480" y="3986784"/>
            <a:ext cx="2743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0E0EF"/>
                </a:solidFill>
              </a:rPr>
              <a:t>Sugiere audiencia + horario óptimo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</a:rPr>
              <a:t>Craft no reemplaza estas herramientas — las orquesta con inteligencia estratégica.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Funciona?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057400" y="2148840"/>
            <a:ext cx="411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23444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828800"/>
            <a:ext cx="603504" cy="6035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Ingresa tu objetivo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65760" y="31546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"Quiero más clientes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el próximo fin de semana"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51960" y="2148840"/>
            <a:ext cx="411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468880" y="123444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1430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5468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1828800"/>
            <a:ext cx="603504" cy="60350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6032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Craft analiza el contexto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2560320" y="31546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Historial, tendencias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 tu industria y audiencia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446520" y="2148840"/>
            <a:ext cx="41148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663440" y="123444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349240" y="11430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34924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808" y="1828800"/>
            <a:ext cx="603504" cy="60350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5488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Recibe tu plan creativo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754880" y="31546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Qué crear, en qué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formato y cuándo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6858000" y="1234440"/>
            <a:ext cx="19202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7543800" y="1143000"/>
            <a:ext cx="548640" cy="54864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7543800" y="11430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6368" y="1828800"/>
            <a:ext cx="603504" cy="60350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49440" y="256032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Genera y mide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6949440" y="3154680"/>
            <a:ext cx="1737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Assets listos + tracking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de resultados en tiempo real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Características Clave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9748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0876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41832" y="1490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Estratega AI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19842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Entiende tu objetivo de negocio y crea un plan de contenido completo, no solo assets aislados.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00400" y="1234440"/>
            <a:ext cx="269748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5087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22192" y="1490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Datos en tiempo real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37560" y="19842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Analiza tendencias de tu industria, competencia y audiencia para sugerencias relevantes.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080760" y="1234440"/>
            <a:ext cx="269748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5087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702552" y="14904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Consistencia de marca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17920" y="19842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Todos los assets generados mantienen tu identidad visual y tono de comunicación automáticamente.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20040" y="3063240"/>
            <a:ext cx="269748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375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1832" y="3319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Medición de impacto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457200" y="38130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Rastrea qué campañas funcionaron y ajusta las siguientes sugerencias con base en resultados.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00400" y="3063240"/>
            <a:ext cx="269748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33756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822192" y="3319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Hecho para pymes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337560" y="38130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Diseñado para negocios sin equipo creativo — simple, rápido y sin curva de aprendizaje.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080760" y="3063240"/>
            <a:ext cx="2697480" cy="1600200"/>
          </a:xfrm>
          <a:prstGeom prst="rect">
            <a:avLst/>
          </a:prstGeom>
          <a:solidFill>
            <a:srgbClr val="EAF6FB"/>
          </a:solidFill>
          <a:ln w="12700">
            <a:solidFill>
              <a:srgbClr val="00B4D8">
                <a:alpha val="60000"/>
              </a:srgbClr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337560"/>
            <a:ext cx="411480" cy="4114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702552" y="3319272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Multi-canal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217920" y="3813048"/>
            <a:ext cx="2423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Genera contenido para redes sociales, email, WhatsApp Business y Google My Business.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Oportunidad de Mercado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188720"/>
            <a:ext cx="7315200" cy="914400"/>
          </a:xfrm>
          <a:prstGeom prst="rect">
            <a:avLst/>
          </a:prstGeom>
          <a:solidFill>
            <a:srgbClr val="0A3040"/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2344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TAM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62763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</a:rPr>
              <a:t>Mercado Total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12344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$18,400M USD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69280" y="16916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Pymes en LATAM con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necesidad de marketing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20240" y="2286000"/>
            <a:ext cx="5303520" cy="914400"/>
          </a:xfrm>
          <a:prstGeom prst="rect">
            <a:avLst/>
          </a:prstGeom>
          <a:solidFill>
            <a:srgbClr val="0A4060"/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11680" y="2331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011680" y="272491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</a:rPr>
              <a:t>Mercado Accesible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63440" y="233172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$2,400M USD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Pymes con smartphone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y presencia digital básica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26080" y="3383280"/>
            <a:ext cx="3291840" cy="914400"/>
          </a:xfrm>
          <a:prstGeom prst="rect">
            <a:avLst/>
          </a:prstGeom>
          <a:solidFill>
            <a:srgbClr val="0077A8"/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17520" y="342900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SOM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17520" y="3822192"/>
            <a:ext cx="2286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0E0EF"/>
                </a:solidFill>
              </a:rPr>
              <a:t>Mercado Objetivo Año 1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342900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$24M USD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0" y="388620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México + Colombia,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10,000 negocios activos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0A2535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34840"/>
            <a:ext cx="8138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0E0EF"/>
                </a:solidFill>
              </a:rPr>
              <a:t>Con 10,000 clientes a $199 MXN/mes → $23.9M MXN ARR en año 1  ·  Fuente: INEGI 2024, Statista LATAM 2024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del Proyecto &amp; Delegación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286000" cy="3657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97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Tarea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06040" y="1097280"/>
            <a:ext cx="2103120" cy="3657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0604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 Humano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2103120" cy="3657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Rol AI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03720" y="1097280"/>
            <a:ext cx="2103120" cy="36576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0372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Impacto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1508760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1508760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Definir visión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y objetivos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606040" y="15087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79192" y="1508760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Validar con usuarios reales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5087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8032" y="1508760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Investigar benchmarks del mercado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903720" y="1508760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6872" y="1508760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🔴 Alto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2350008"/>
            <a:ext cx="228600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7472" y="2350008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Diseño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experiencia (UX)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606040" y="2350008"/>
            <a:ext cx="210312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79192" y="2350008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Decisiones de flujo y empatía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2350008"/>
            <a:ext cx="210312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28032" y="2350008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Generar wireframes y prototipos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903720" y="2350008"/>
            <a:ext cx="210312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76872" y="2350008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🔴 Alto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3191256"/>
            <a:ext cx="22860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7472" y="3191256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Estrategia de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contenido AI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606040" y="3191256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9192" y="3191256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Revisar y aprobar lógica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3191256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191256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Modelar algoritmo de sugerencias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903720" y="3191256"/>
            <a:ext cx="21031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6872" y="3191256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🟠 Medio-Alto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4032504"/>
            <a:ext cx="228600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" y="4032504"/>
            <a:ext cx="21396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Materiales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de pitch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606040" y="4032504"/>
            <a:ext cx="210312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79192" y="4032504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Narrativa y storytelling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032504"/>
            <a:ext cx="210312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28032" y="4032504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Redacción, diseño y datos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903720" y="4032504"/>
            <a:ext cx="2103120" cy="777240"/>
          </a:xfrm>
          <a:prstGeom prst="rect">
            <a:avLst/>
          </a:prstGeom>
          <a:solidFill>
            <a:srgbClr val="EAF6FB"/>
          </a:solidFill>
          <a:ln w="12700">
            <a:solidFill>
              <a:srgbClr val="D0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76872" y="4032504"/>
            <a:ext cx="19568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1B2A"/>
                </a:solidFill>
              </a:rPr>
              <a:t>🟠 Medio-Alto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-9144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2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Craft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224028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0E0EF"/>
                </a:solidFill>
              </a:rPr>
              <a:t>El futuro del marketing para pequeños negocios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90E0EF"/>
                </a:solidFill>
              </a:rPr>
              <a:t>es inteligente, accesible y creativo.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828800" y="3246120"/>
            <a:ext cx="5486400" cy="658368"/>
          </a:xfrm>
          <a:prstGeom prst="rect">
            <a:avLst/>
          </a:prstGeom>
          <a:solidFill>
            <a:srgbClr val="0A2535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20240" y="3246120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90E0EF"/>
                </a:solidFill>
              </a:rPr>
              <a:t>"Ana llena su cafetería los sábados.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90E0EF"/>
                </a:solidFill>
              </a:rPr>
              <a:t>Craft decidió qué publicar el martes."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4114800"/>
            <a:ext cx="2743200" cy="594360"/>
          </a:xfrm>
          <a:prstGeom prst="roundRect">
            <a:avLst>
              <a:gd name="adj" fmla="val 18462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411480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1B2A"/>
                </a:solidFill>
              </a:rPr>
              <a:t>¡Construyamos juntos!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Craft – AI Creative Studio v2</dc:title>
  <dc:subject>PptxGenJS Presentation</dc:subject>
  <dc:creator>PptxGenJS</dc:creator>
  <cp:lastModifiedBy>PptxGenJS</cp:lastModifiedBy>
  <cp:revision>1</cp:revision>
  <dcterms:created xsi:type="dcterms:W3CDTF">2026-05-20T19:31:27Z</dcterms:created>
  <dcterms:modified xsi:type="dcterms:W3CDTF">2026-05-20T19:31:27Z</dcterms:modified>
</cp:coreProperties>
</file>